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10"/>
  </p:normalViewPr>
  <p:slideViewPr>
    <p:cSldViewPr snapToGrid="0" snapToObjects="1">
      <p:cViewPr varScale="1">
        <p:scale>
          <a:sx n="134" d="100"/>
          <a:sy n="134" d="100"/>
        </p:scale>
        <p:origin x="181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2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0"/>
            <a:ext cx="13716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3A5BC7">
              <a:alpha val="40000"/>
            </a:srgbClr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TaskMaster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Final del Proyecto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Martínez Gallego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Ciclo: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 Multiplataforma (DAM)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 err="1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r>
              <a:rPr lang="en-US" sz="2800" b="1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final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" cy="45720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502920" cy="45720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502920" cy="45720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502920" cy="45720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069080"/>
            <a:ext cx="502920" cy="45720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Java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502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Implementadas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874520"/>
            <a:ext cx="502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8745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2606040"/>
            <a:ext cx="502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06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Documentación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46320" y="3337560"/>
            <a:ext cx="502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337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406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4069080"/>
            <a:ext cx="502920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069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 Futuras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Objetivos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840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840480" cy="32004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TaskMaster?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TaskMaster es una aplicación de gestión de tareas desarrollada durante el ciclo DAM.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gestionar usuarios y tareas de forma sencilla mediante una aplicación de consola Java y una interfaz web HTML/CSS.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ha integrado conocimientos de varios módulos del ciclo formativo, aplicando distintas tecnologías y herramientas de desarrollo.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411480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69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app para gestionar tareas y usuarios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011680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947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POO en Java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450592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3865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crear una base de datos relacional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9504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825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interfaz web clara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328416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644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GitHub para control de versiones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767328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con JUnit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206240"/>
            <a:ext cx="182880" cy="182880"/>
          </a:xfrm>
          <a:prstGeom prst="ellipse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4142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documentación técnica con JavaDoc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consola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97280"/>
            <a:ext cx="192024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18470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E76F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7315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8470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097280"/>
            <a:ext cx="19202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280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18470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6D9D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80160" y="3017520"/>
            <a:ext cx="1920240" cy="73152"/>
          </a:xfrm>
          <a:prstGeom prst="rect">
            <a:avLst/>
          </a:prstGeom>
          <a:solidFill>
            <a:srgbClr val="6D9DC5"/>
          </a:solidFill>
          <a:ln w="12700">
            <a:solidFill>
              <a:srgbClr val="6D9D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37673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301752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3017520"/>
            <a:ext cx="192024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20440" y="37673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3017520"/>
            <a:ext cx="1920240" cy="1554480"/>
          </a:xfrm>
          <a:prstGeom prst="rect">
            <a:avLst/>
          </a:prstGeom>
          <a:solidFill>
            <a:srgbClr val="3A5BC7">
              <a:alpha val="80000"/>
            </a:srgbClr>
          </a:solidFill>
          <a:ln w="25400">
            <a:solidFill>
              <a:srgbClr val="A8DA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017520"/>
            <a:ext cx="1920240" cy="73152"/>
          </a:xfrm>
          <a:prstGeom prst="rect">
            <a:avLst/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69280" y="37673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desarrollo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con PostgreSQL. 4 entidades principales relacionadas entre sí: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265176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3A5BC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28800"/>
            <a:ext cx="2651760" cy="329184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6537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944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contraseña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417320"/>
            <a:ext cx="2651760" cy="2322576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1417320"/>
            <a:ext cx="265176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4538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764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id_tarea (PK)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020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2532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fecha_creacion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fecha_limite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3044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id_usuario (FK)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33009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id_estado (FK)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35570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6F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id_categoria (FK)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651760" cy="1042416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097280"/>
            <a:ext cx="265176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33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id_estado (PK)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7007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nombre_estado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195681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651760" cy="1042416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2651760" cy="3291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5B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id_categoria (PK)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37124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nombre_categoria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9684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descripcion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2148840"/>
            <a:ext cx="0" cy="0"/>
          </a:xfrm>
          <a:prstGeom prst="line">
            <a:avLst/>
          </a:prstGeom>
          <a:noFill/>
          <a:ln w="19050">
            <a:solidFill>
              <a:srgbClr val="3A5B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0720" y="2103120"/>
            <a:ext cx="457200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651760"/>
            <a:ext cx="457200" cy="82296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SQL incluyen creación de tablas e inserción de datos de prueba.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3017519" y="2554795"/>
            <a:ext cx="89535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de Clases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recoge las </a:t>
            </a:r>
            <a:endParaRPr lang="en-US" sz="1400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sus relaciones: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289304"/>
            <a:ext cx="2560320" cy="1179576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289304"/>
            <a:ext cx="256032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3258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6550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+id_estado: INT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19019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+nombre_estado: VARCHAR(50)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+descripcion: VARCHAR(100)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2560320" cy="1435608"/>
          </a:xfrm>
          <a:prstGeom prst="rect">
            <a:avLst/>
          </a:prstGeom>
          <a:solidFill>
            <a:srgbClr val="FFFFFF"/>
          </a:solidFill>
          <a:ln w="25400">
            <a:solidFill>
              <a:srgbClr val="3A5BC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017520"/>
            <a:ext cx="2560320" cy="329184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3832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+id_usuario: INT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3630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+nombre: VARCHAR(50)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+email: VARCHAR(50)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1239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+contraseña: VARCHAR(255)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647188"/>
            <a:ext cx="2560320" cy="2459736"/>
          </a:xfrm>
          <a:prstGeom prst="rect">
            <a:avLst/>
          </a:prstGeom>
          <a:solidFill>
            <a:srgbClr val="FFFFFF"/>
          </a:solidFill>
          <a:ln w="25400">
            <a:solidFill>
              <a:srgbClr val="4FC3F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743200"/>
            <a:ext cx="2560320" cy="32918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7797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1089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+id_tarea: INT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33558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+titulo: VARCHAR(100)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3602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+descripcion: VARCHAR(100)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38496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+fecha_creacion: 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91840" y="4096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+fecha_limite: 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43434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+id_usuario: INT (Caj)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45902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+id_estado: INT (Caj)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+id_categoria: INT (Caj)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3017520"/>
            <a:ext cx="2560320" cy="1179576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017520"/>
            <a:ext cx="2560320" cy="32918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3832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+id_categoria: 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3630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+nombre_categoria: VARCHAR(50)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3877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+descripcion: VARCHAR(100)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57700" y="2468880"/>
            <a:ext cx="0" cy="1783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34640" y="33832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338328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facilitaron la planificación y </a:t>
            </a:r>
            <a:endParaRPr lang="en-US" sz="1100" i="1" dirty="0" smtClean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i="1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r>
              <a:rPr lang="en-US" sz="11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relaciones entre </a:t>
            </a:r>
            <a:r>
              <a:rPr lang="en-US" sz="11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</a:t>
            </a:r>
            <a:r>
              <a:rPr lang="en-US" sz="1100" i="1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Java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en Java con Programación Orientada a Objetos. La aplicación funciona como consola interactiva con menú de opciones.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principales: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3931920" cy="34747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15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27248"/>
            <a:ext cx="3931920" cy="34747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45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557016"/>
            <a:ext cx="3931920" cy="34747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75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86784"/>
            <a:ext cx="3931920" cy="34747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416552"/>
            <a:ext cx="3931920" cy="34747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Principal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389888"/>
            <a:ext cx="3931920" cy="3337560"/>
          </a:xfrm>
          <a:prstGeom prst="rect">
            <a:avLst/>
          </a:prstGeom>
          <a:solidFill>
            <a:srgbClr val="0D111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813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TASKMASTER ---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7282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Crear usuario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Ver usuarios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2219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Crear tarea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Editar tarea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Eliminar tarea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962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Cambiar estado de tarea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09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Ver tareas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456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Filtrar por categoría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Ver tareas por usuario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950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Salir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4197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Opción: _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Implementadas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09728" cy="173736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Crear usuarios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Visualizar usuarios registrados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109728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Crear tareas asociadas a usuarios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385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Editar tareas existentes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Eliminar tareas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63240"/>
            <a:ext cx="109728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Filtros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Cambiar el estado de una tarea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Filtrar por categoría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 tareas por usuario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63240"/>
            <a:ext cx="109728" cy="1737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Validación de fechas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de IDs inexistentes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4270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Datos obligatorios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Web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109728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453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7830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páginas y formularios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94560"/>
            <a:ext cx="109728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31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Estilos, Flexbox, diseño responsive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80360"/>
            <a:ext cx="109728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9169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154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animations para interactividad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desarrolladas: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Página principal (Home)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153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Listado de tareas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256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Formulario crear tarea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36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Formulario editar tarea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005840"/>
            <a:ext cx="42062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0241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 taskmaster.local/tareas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0" y="1280160"/>
            <a:ext cx="42062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307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TaskMaster          Inicio   Tareas   Contacto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600200"/>
            <a:ext cx="4206240" cy="914400"/>
          </a:xfrm>
          <a:prstGeom prst="rect">
            <a:avLst/>
          </a:prstGeom>
          <a:solidFill>
            <a:srgbClr val="3A5BC7">
              <a:alpha val="80000"/>
            </a:srgbClr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tus tareas fácilmente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2606040"/>
            <a:ext cx="4023360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24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  Título                Estado      Categoría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862072"/>
            <a:ext cx="4023360" cy="219456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880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Preparar práctica     Pendiente   Estudios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63440" y="3108960"/>
            <a:ext cx="40233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12724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Actualizar docs       En progreso Personal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63440" y="3429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nueva tarea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730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577840" y="3730752"/>
            <a:ext cx="25603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32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77840" y="4032504"/>
            <a:ext cx="25603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4334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Categoría: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77840" y="4334256"/>
            <a:ext cx="2560320" cy="201168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4663440"/>
            <a:ext cx="1828800" cy="201168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064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tarea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Documentación Técnica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3A5BC7">
              <a:alpha val="75000"/>
            </a:srgbClr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— Pruebas Unitarias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realizaron pruebas unitarias con JUnit para verificar el correcto funcionamiento de los métodos del sistema.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 implementadas: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Fechas inválidas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IDs inexistentes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obligatorios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✓ 2 pruebas pasadas con éxito en 100ms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3A5BC7">
              <a:alpha val="7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97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— Documentación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generada automáticamente a partir de comentarios JavaDoc en el código fuente.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documentadas: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Usuario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Tarea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MainTest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parámetros, valores de retorno y descripción de cada método.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Gestión de Riesgos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74650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46504"/>
            <a:ext cx="109728" cy="50292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19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regulares para seguimiento de cambios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40864"/>
            <a:ext cx="109728" cy="50292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4140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código fuente y documentación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3522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35224"/>
            <a:ext cx="109728" cy="50292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0083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versiones de cada reto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958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529584"/>
            <a:ext cx="109728" cy="502920"/>
          </a:xfrm>
          <a:prstGeom prst="rect">
            <a:avLst/>
          </a:prstGeom>
          <a:solidFill>
            <a:srgbClr val="3A5BC7"/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027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IntelliJ IDEA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1746504"/>
            <a:ext cx="4114800" cy="2926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7647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7647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preventiva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039112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12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información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112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y control de versiones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41148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el desarrollo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6791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con JUnit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172968"/>
            <a:ext cx="4114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de plazos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3246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por retos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739896"/>
            <a:ext cx="4114800" cy="475488"/>
          </a:xfrm>
          <a:prstGeom prst="rect">
            <a:avLst/>
          </a:prstGeom>
          <a:solidFill>
            <a:srgbClr val="F4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130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inadecuado de equipos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8130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desarrollo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19588" y="986409"/>
            <a:ext cx="6072737" cy="5311522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84782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8478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70307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conocimientos de múltiples módulos DAM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05990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0599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22427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Java POO, PostgreSQL, HTML/CSS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27198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719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74548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profesional de Git y GitHub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48406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840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26669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en pruebas y documentación técnica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69614"/>
            <a:ext cx="32004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961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78790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organización y resolución de problemas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45280" y="24993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212080" y="1565910"/>
            <a:ext cx="3657600" cy="43891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61163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Conexión real Java ↔ PostgreSQL (JDBC)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12080" y="2114550"/>
            <a:ext cx="3657600" cy="43891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16027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 dinámica con JavaScript/backend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2080" y="2663190"/>
            <a:ext cx="3657600" cy="43891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70891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Autenticación de usuarios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3211830"/>
            <a:ext cx="3657600" cy="43891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25755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Notificaciones de fechas límite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212080" y="3760470"/>
            <a:ext cx="3657600" cy="438912"/>
          </a:xfrm>
          <a:prstGeom prst="rect">
            <a:avLst/>
          </a:prstGeom>
          <a:solidFill>
            <a:srgbClr val="3A5BC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80619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Interfaz gráfica (JavaFX / app móvil)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A5BC7">
              <a:alpha val="50000"/>
            </a:srgbClr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TaskMaster  ·  Sergio Martínez Gallego  ·  DAM 2025-2026</a:t>
            </a:r>
            <a:endParaRPr lang="en-US" sz="1000" dirty="0"/>
          </a:p>
        </p:txBody>
      </p:sp>
      <p:sp>
        <p:nvSpPr>
          <p:cNvPr id="47" name="Text 19"/>
          <p:cNvSpPr/>
          <p:nvPr/>
        </p:nvSpPr>
        <p:spPr>
          <a:xfrm>
            <a:off x="5304493" y="392049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48" name="Shape 0"/>
          <p:cNvSpPr/>
          <p:nvPr/>
        </p:nvSpPr>
        <p:spPr>
          <a:xfrm>
            <a:off x="-981078" y="-974028"/>
            <a:ext cx="5662616" cy="5407915"/>
          </a:xfrm>
          <a:prstGeom prst="ellipse">
            <a:avLst/>
          </a:prstGeom>
          <a:solidFill>
            <a:srgbClr val="3A5BC7">
              <a:alpha val="30000"/>
            </a:srgbClr>
          </a:solidFill>
          <a:ln w="12700">
            <a:solidFill>
              <a:srgbClr val="3A5BC7"/>
            </a:solidFill>
            <a:prstDash val="solid"/>
          </a:ln>
        </p:spPr>
      </p:sp>
      <p:sp>
        <p:nvSpPr>
          <p:cNvPr id="49" name="Text 2"/>
          <p:cNvSpPr/>
          <p:nvPr/>
        </p:nvSpPr>
        <p:spPr>
          <a:xfrm>
            <a:off x="434466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0" name="Shape 3"/>
          <p:cNvSpPr/>
          <p:nvPr/>
        </p:nvSpPr>
        <p:spPr>
          <a:xfrm>
            <a:off x="434466" y="1060704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3" name="Text 19"/>
          <p:cNvSpPr/>
          <p:nvPr/>
        </p:nvSpPr>
        <p:spPr>
          <a:xfrm>
            <a:off x="5463666" y="502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871</Words>
  <Application>Microsoft Office PowerPoint</Application>
  <PresentationFormat>Presentación en pantalla (16:9)</PresentationFormat>
  <Paragraphs>255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TaskMaster - Documentación Final</dc:title>
  <dc:subject>PptxGenJS Presentation</dc:subject>
  <dc:creator>Sergio Martínez Gallego</dc:creator>
  <cp:lastModifiedBy>MARTINEZ GALLEGO, SERGIO</cp:lastModifiedBy>
  <cp:revision>5</cp:revision>
  <dcterms:created xsi:type="dcterms:W3CDTF">2026-05-23T11:17:20Z</dcterms:created>
  <dcterms:modified xsi:type="dcterms:W3CDTF">2026-05-26T10:31:27Z</dcterms:modified>
</cp:coreProperties>
</file>